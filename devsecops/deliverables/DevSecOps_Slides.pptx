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application and why DevSecOps. Point at the four stats: they frame the whole talk. Each member records their own video of the same length; bug reports are individual submissions.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the Actions page with the green run; expand each stage. Show .github/workflows/devsecops.yml briefly.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vendor/bin/phpunit --group security tests/SecurityTesting/ live. Open one test class and explain a WSTG mapping (e.g. IDOR on timesheets).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the semgrep scan and composer audit live. Explain gating vs audit with the upstream Dockerfile example - audit findings need triage, not automatic build failure.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docker compose ps with three healthy containers, browse https://localhost:8443 (self-signed cert decision). Run deploy.sh if time allows.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both validation scripts live; open the ZAP baseline report.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advisory (redacted), the 403/200 reproduction difference, and the fix PR. Emphasize the private disclosure process.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show the notification issue and its deduplication comment (from the break-demo), then the reuse evidence.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maintenance guide summary and the green run. Q&amp;A pointer. ~1.5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9200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9A227"/>
                </a:solidFill>
              </a:rPr>
              <a:t>AUTOMATED CYBERSECURITY TESTING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DevSecOps Integration for Kimai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4"/>
                </a:solidFill>
              </a:rPr>
              <a:t>An on-premise security pipeline: OWASP WSTG-mapped tests, scanners, hardened deployment, DAST and developer notification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67328"/>
            <a:ext cx="2103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32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04672" y="4621378"/>
            <a:ext cx="195681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OWASP WSTG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365760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5D6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3767328"/>
            <a:ext cx="2103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6B7A"/>
                </a:solidFill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36392" y="4621378"/>
            <a:ext cx="195681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pipeline stages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365760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9E2B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3767328"/>
            <a:ext cx="2103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E2B25"/>
                </a:solidFill>
              </a:rPr>
              <a:t>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68112" y="4621378"/>
            <a:ext cx="195681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triaged security bug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3657600"/>
            <a:ext cx="21031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3767328"/>
            <a:ext cx="2103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799832" y="4621378"/>
            <a:ext cx="1956816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cloud resources used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Group 1: Abdul-Ramon Adeyemi Folarin  ·  Immanuel Guarin  ·  Sherman Law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8978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Application Security Methodology  |  Instructors: Suranjit Paul &amp; Mark Shtern  |  August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Kimai - open-source time tracking (Symfony 6.4 / PHP, Doctrine, Twig, JSON API)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Pipeline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GitHub Actions on a self-hosted runner - no cloud deployment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33415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6916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10312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CE4"/>
                </a:solidFill>
              </a:rPr>
              <a:t>PHPStan L9 | PhpCsFixer | Semgrep (gating + audit) | SonarQube*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51760" y="22402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11" name="Shape 9"/>
          <p:cNvSpPr/>
          <p:nvPr/>
        </p:nvSpPr>
        <p:spPr>
          <a:xfrm>
            <a:off x="2907792" y="15544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3341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6916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210312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CE4"/>
                </a:solidFill>
              </a:rPr>
              <a:t>composer audit | pnpm audit | Trivy | Dependency-Check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56632" y="22402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12664" y="15544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3341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22392" y="16916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22392" y="210312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CE4"/>
                </a:solidFill>
              </a:rPr>
              <a:t>32 OWASP WSTG tests + existing security suites (MariaDB svc)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61504" y="22402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19" name="Shape 17"/>
          <p:cNvSpPr/>
          <p:nvPr/>
        </p:nvSpPr>
        <p:spPr>
          <a:xfrm>
            <a:off x="7717536" y="15544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33415C"/>
          </a:solidFill>
          <a:ln/>
        </p:spPr>
      </p:sp>
      <p:sp>
        <p:nvSpPr>
          <p:cNvPr id="20" name="Text 18"/>
          <p:cNvSpPr/>
          <p:nvPr/>
        </p:nvSpPr>
        <p:spPr>
          <a:xfrm>
            <a:off x="7827264" y="16916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27264" y="210312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CE4"/>
                </a:solidFill>
              </a:rPr>
              <a:t>hardened build | compose | Trivy image | smoke | audit | ZAP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66376" y="22402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22408" y="1554480"/>
            <a:ext cx="2148840" cy="1737360"/>
          </a:xfrm>
          <a:prstGeom prst="roundRect">
            <a:avLst>
              <a:gd name="adj" fmla="val 6316"/>
            </a:avLst>
          </a:prstGeom>
          <a:solidFill>
            <a:srgbClr val="3341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32136" y="1691640"/>
            <a:ext cx="1929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32136" y="210312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CE4"/>
                </a:solidFill>
              </a:rPr>
              <a:t>de-duplicated GitHub issue + optional webhook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3"/>
                </a:solidFill>
              </a:rPr>
              <a:t>Concurrency-controlled, actions pinned by SHA, zizmor-scanned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77640"/>
            <a:ext cx="6766560" cy="237744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94360" y="3977640"/>
            <a:ext cx="6583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 screenshot 1: green end-to-end run with all stages]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Security Testing - OWASP WSTG v4.2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32 automated tests in tests/SecurityTesting/ (--group security)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087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4.4 ATHN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18928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401 without credentials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invalid token: no info leak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disabled account blocked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5087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4.5 ATHZ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18928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IDOR read + modify denied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foreign profile denied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no privilege escalation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66760" y="14173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15087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4.6 SESS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67928" y="18928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HttpOnly + SameSite=Lax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Secure flag behavior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cookie_secure=auto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3375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4.7 INPV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" y="37216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SQLi on 6 API endpoints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payloads stored inertly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stored XSS escaped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32461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3375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4.8 ERRH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36008" y="37216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minimal 401/404 bodies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no stack traces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no debug routes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3246120"/>
            <a:ext cx="37033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5D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3337560"/>
            <a:ext cx="3374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4.2 CONF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67928" y="3721608"/>
            <a:ext cx="3300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login throttling on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login CSRF on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APP_DEBUG=0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0" y="5120640"/>
            <a:ext cx="3977640" cy="123444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5120640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phpunit OK (32 tests)]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Static Analysis &amp; Open Source Scanners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gating fails the build - audit informs triage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5778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81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</a:rPr>
              <a:t>GATING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Semgrep Kimai taint ruleset - 0 findings / 1047 files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PHPStan level 9 (src + tests)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composer audit + pnpm audit - clean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Trivy vulnerabilities + secrets (HIGH/CRITICAL)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5778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5D6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81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6B7A"/>
                </a:solidFill>
              </a:rPr>
              <a:t>AUDIT (reported, no hard fail)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Semgrep p/php + p/security-audit packs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Trivy misconfig: 3 HIGH in upstream Dockerfile (no USER, no --no-install-recommends) - triaged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A33"/>
                </a:solidFill>
              </a:rPr>
              <a:t>OWASP Dependency-Check (experimental PHP analyzer)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6583680" cy="192024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" y="44348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semgrep scan / composer audit terminal]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Automated Secure Deployment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deploy.sh: certs - persistent secrets - build - compose - migrations - readiness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3341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NGINX :443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CE4"/>
                </a:solidFill>
              </a:rPr>
              <a:t>TLS 1.2/1.3, HSTS, headers, rate limit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14173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33415C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:8001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0752" y="1901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CE4"/>
                </a:solidFill>
              </a:rPr>
              <a:t>Apache+PHP, APP_DEBUG=0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28232" y="1783080"/>
            <a:ext cx="256032" cy="365760"/>
          </a:xfrm>
          <a:prstGeom prst="rightArrow">
            <a:avLst/>
          </a:prstGeom>
          <a:solidFill>
            <a:srgbClr val="5D6B7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84264" y="14173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3341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21424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MariaDB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21424" y="19019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CE4"/>
                </a:solidFill>
              </a:rPr>
              <a:t>internal network only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834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Hardening: no-new-privileges, read-only nginx + minimal caps, sensitive-path denies, login rate limiting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Secrets: random per environment, persisted off the CI-wiped checkout (/opt/kimai/devsecops-deploy)</a:t>
            </a:r>
            <a:endParaRPr lang="en-US" sz="13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CSP in Report-Only mode - deliberate trade-off for inline frontend assets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343400"/>
            <a:ext cx="6583680" cy="201168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94360" y="43434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Deployment finished + browser login at https://localhost:8443]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Post-Deployment Validation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automated checks gate every deployment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4/4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6072" y="2540203"/>
            <a:ext cx="25054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smoke test 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72768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22/22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56432" y="2540203"/>
            <a:ext cx="25054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config audit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72768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ZAP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36792" y="2540203"/>
            <a:ext cx="25054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baseline 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0" y="146304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72768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17152" y="2540203"/>
            <a:ext cx="250545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HIGH/CRITICAL in lockfiles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smoke: HTTPS 200, content marker, HTTP-&gt;HTTPS 301, API 401 unauthenticated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audit: HSTS, cookie flags incl. Secure, TLS 1.0/1.1 rejected, TRACE 405, sensitive paths blocked, no debug leakage</a:t>
            </a:r>
            <a:endParaRPr lang="en-US" sz="13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32A33"/>
                </a:solidFill>
              </a:rPr>
              <a:t>OWASP ZAP baseline passive DAST - FAIL alerts gate the build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583680" cy="150876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489204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smoke-test + security-audit PASS output]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Bug Report &amp; Responsible Disclosure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private advisory - PoC - triage - regression-tested fix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9E2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813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</a:rPr>
              <a:t>GHSA-pvc4-crg3-gj44 (triaged)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3"/>
                </a:solidFill>
              </a:rPr>
              <a:t>Missing authorization on project view export - any ROLE_USER could download the project overview XLSX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3"/>
                </a:solidFill>
              </a:rPr>
              <a:t>Root cause: method-level guards instead of class-level (only reporting controller structured that way)</a:t>
            </a:r>
            <a:endParaRPr lang="en-US" sz="120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A33"/>
                </a:solidFill>
              </a:rPr>
              <a:t>Fix: both IsGranted attributes moved to class level + 4 regression tests (verified failing without the fix)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26680" y="13716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Lesson learned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2A33"/>
                </a:solidFill>
              </a:rPr>
              <a:t>GHSA-pjrx-mwv9-j9vf was rejected: documented behavior, super-admin-only by default. Verify the documented threat model before filing.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6949440" cy="201168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" y="43434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advisory thread (redacted) + fix PR with green checks]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6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3341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5156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Developer Notification, Collaboration &amp; Reuse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built so the maintainers can adopt it unchanged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34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508760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Notification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1892808"/>
            <a:ext cx="50840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failure or finding -&gt; notify job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search open 'devsecops' issues first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comment on existing issue (de-dupe)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otherwise create labeled issue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optional Slack/Discord webhook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A7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08760"/>
            <a:ext cx="5157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C"/>
                </a:solidFill>
              </a:rPr>
              <a:t>Reuse 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1892808"/>
            <a:ext cx="50840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SAST identical to upstream linting.yaml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same MariaDB service + test bootstrap as testing.yaml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deployment uses the repository Dockerfile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regression tests inside existing test classes</a:t>
            </a:r>
            <a:endParaRPr lang="en-US" sz="10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32A33"/>
                </a:solidFill>
              </a:rPr>
              <a:t>tests run via the project's composer scripts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6583680" cy="2286000"/>
          </a:xfrm>
          <a:prstGeom prst="rect">
            <a:avLst/>
          </a:prstGeom>
          <a:solidFill>
            <a:srgbClr val="D8DCE4">
              <a:alpha val="45000"/>
            </a:srgbClr>
          </a:solidFill>
          <a:ln w="12700">
            <a:solidFill>
              <a:srgbClr val="33415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94360" y="406908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C"/>
                </a:solidFill>
              </a:rPr>
              <a:t>[insert: notification issue + maintainer/reuse evidence (redacted)]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Maintenance, Lessons Learned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325880"/>
            <a:ext cx="1219200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0607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CE4"/>
                </a:solidFill>
              </a:rPr>
              <a:t>Gating security rules need ~zero false positives - one Semgrep false positive triaged and annotated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CE4"/>
                </a:solidFill>
              </a:rPr>
              <a:t>Gating vs audit: Trivy misconfig must inform, not hard-fail (upstream Dockerfile findings)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CE4"/>
                </a:solidFill>
              </a:rPr>
              <a:t>Pipelines are hardened against their real environment - six runner failure classes found via live logs and fixed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CE4"/>
                </a:solidFill>
              </a:rPr>
              <a:t>Read the documented threat model before filing (rejected advisory)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8DCE4"/>
                </a:solidFill>
              </a:rPr>
              <a:t>Reuse beats novelty: upstream conventions made every review conversation easy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43484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54456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50392" y="5455310"/>
            <a:ext cx="2231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on-premise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443484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454456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32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56432" y="5455310"/>
            <a:ext cx="2231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WSTG tests green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443484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3A7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454456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A7D44"/>
                </a:solidFill>
              </a:rPr>
              <a:t>22/22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62472" y="5455310"/>
            <a:ext cx="2231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hardening checks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4434840"/>
            <a:ext cx="2377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9E2B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4544568"/>
            <a:ext cx="2377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E2B25"/>
                </a:solidFill>
              </a:rPr>
              <a:t>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668512" y="5455310"/>
            <a:ext cx="2231136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2A33"/>
                </a:solidFill>
              </a:rPr>
              <a:t>triaged bug + fix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6309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4"/>
                </a:solidFill>
              </a:rPr>
              <a:t>Future: enforcing CSP, authenticated ZAP scans, SAML/LDAP coverage, promote audit scanners to gating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Cybersecurity Testing &amp; DevSecOps Integration</dc:title>
  <dc:subject>PptxGenJS Presentation</dc:subject>
  <dc:creator>DevSecOps Project</dc:creator>
  <cp:lastModifiedBy>DevSecOps Project</cp:lastModifiedBy>
  <cp:revision>1</cp:revision>
  <dcterms:created xsi:type="dcterms:W3CDTF">2026-08-02T23:37:34Z</dcterms:created>
  <dcterms:modified xsi:type="dcterms:W3CDTF">2026-08-02T23:37:34Z</dcterms:modified>
</cp:coreProperties>
</file>