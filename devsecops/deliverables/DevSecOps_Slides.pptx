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the application and why DevSecOps. Point at the four stats: they frame the whole talk. Each member records their own video of the same length; bug reports are individual submissions.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open the Actions page with the green run; expand each stage. Show .github/workflows/devsecops.yml briefly.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vendor/bin/phpunit --group security tests/SecurityTesting/ live. Open one test class and explain a WSTG mapping (e.g. IDOR on timesheets).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the semgrep scan and composer audit live. Explain gating vs audit with the upstream Dockerfile example - audit findings need triage, not automatic build failure.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docker compose ps with three healthy containers, browse https://localhost:8443 (self-signed cert decision). Run deploy.sh if time allows.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both validation scripts live; open the ZAP baseline report.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advisory (redacted), the 403/200 reproduction difference, and the fix PR. Emphasize the private disclosure process.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show the notification issue and its deduplication comment (from the break-demo), then the reuse evidence.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maintenance guide summary and the green run. Q&amp;A pointer.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2000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9A227"/>
                </a:solidFill>
              </a:rPr>
              <a:t>AUTOMATED CYBERSECURITY TESTING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DevSecOps Integration for Kimai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DCE4"/>
                </a:solidFill>
              </a:rPr>
              <a:t>An on-premise security pipeline: OWASP WSTG-mapped tests, scanners, hardened deployment, DAST and developer notification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32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0467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OWASP WSTG tests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6324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D6B7A"/>
                </a:solidFill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13639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pipeline stages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E2B25"/>
                </a:solidFill>
              </a:rPr>
              <a:t>1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46811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triaged security bug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2668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79983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cloud resources used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Group 1: Abdul-Ramon Adeyemi Folarin  ·  Immanuel Guarin  ·  Sherman Law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58978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Application Security Methodology  |  Instructors: Suranjit Paul &amp; Mark Shtern  |  August 2026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Kimai - open-source time tracking (Symfony 6.4 / PHP, Doctrine, Twig, JSON API)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Pipeline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GitHub Actions on a self-hosted runner - no cloud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PHPStan L9 | PhpCsFixer | Semgrep (gating + audit) | SonarQube*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51760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1" name="Shape 9"/>
          <p:cNvSpPr/>
          <p:nvPr/>
        </p:nvSpPr>
        <p:spPr>
          <a:xfrm>
            <a:off x="2907792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7520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composer audit | pnpm audit | Trivy | Dependency-Check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56632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5" name="Shape 13"/>
          <p:cNvSpPr/>
          <p:nvPr/>
        </p:nvSpPr>
        <p:spPr>
          <a:xfrm>
            <a:off x="5312664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16" name="Text 14"/>
          <p:cNvSpPr/>
          <p:nvPr/>
        </p:nvSpPr>
        <p:spPr>
          <a:xfrm>
            <a:off x="5422392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22392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32 OWASP WSTG tests + existing security suites (MariaDB svc)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461504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9" name="Shape 17"/>
          <p:cNvSpPr/>
          <p:nvPr/>
        </p:nvSpPr>
        <p:spPr>
          <a:xfrm>
            <a:off x="7717536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20" name="Text 18"/>
          <p:cNvSpPr/>
          <p:nvPr/>
        </p:nvSpPr>
        <p:spPr>
          <a:xfrm>
            <a:off x="7827264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827264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hardened build | compose | Trivy image | smoke | audit | ZAP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866376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22408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24" name="Text 22"/>
          <p:cNvSpPr/>
          <p:nvPr/>
        </p:nvSpPr>
        <p:spPr>
          <a:xfrm>
            <a:off x="10232136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232136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de-duplicated GitHub issue + optional webhook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3"/>
                </a:solidFill>
              </a:rPr>
              <a:t>Concurrency-controlled, actions pinned by SHA, zizmor-scanned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77640"/>
            <a:ext cx="6766560" cy="23774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94360" y="397764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 screenshot 1: green end-to-end run with all stages]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Security Testing - OWASP WSTG v4.2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32 automated tests in tests/SecurityTesting/ (--group security)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4.4 ATHN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401 without credentials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invalid token: no info leak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disabled account blocked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4.5 ATHZ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600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IDOR read + modify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foreign profile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privilege escalation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6676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3135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4.6 SESS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6792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HttpOnly + SameSite=Lax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Secure flag behavior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cookie_secure=auto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4.7 INPV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SQLi on 6 API endpoints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payloads stored inertly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stored XSS escaped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3484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4.8 ERRH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3600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minimal 401/404 bodies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stack traces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debug routes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6676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135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4.2 CONF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6792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login throttling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login CSRF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APP_DEBUG=0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0" y="5120640"/>
            <a:ext cx="3977640" cy="12344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7772400" y="512064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phpunit OK (32 tests)]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Static Analysis &amp; Open Source Scanners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gating fails the build - audit informs triage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7D44"/>
                </a:solidFill>
              </a:rPr>
              <a:t>GATING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Semgrep Kimai taint ruleset - 0 findings / 1047 files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PHPStan level 9 (src + tests)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composer audit + pnpm audit - clean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Trivy vulnerabilities + secrets (HIGH/CRITICAL)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D6B7A"/>
                </a:solidFill>
              </a:rPr>
              <a:t>AUDIT (reported, no hard fail)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Semgrep p/php + p/security-audit packs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Trivy misconfig: 3 HIGH in upstream Dockerfile (no USER, no --no-install-recommends) - triaged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OWASP Dependency-Check (experimental PHP analyzer)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6583680" cy="19202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4348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semgrep scan / composer audit terminal]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Automated Secure Deployment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deploy.sh: certs - persistent secrets - build - compose - migrations - readiness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NGINX :443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TLS 1.2/1.3, HSTS, headers, rate limit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1" name="Shape 9"/>
          <p:cNvSpPr/>
          <p:nvPr/>
        </p:nvSpPr>
        <p:spPr>
          <a:xfrm>
            <a:off x="3593592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12" name="Text 10"/>
          <p:cNvSpPr/>
          <p:nvPr/>
        </p:nvSpPr>
        <p:spPr>
          <a:xfrm>
            <a:off x="3730752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 :8001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30752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Apache+PHP, APP_DEBUG=0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28232" y="17830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21424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MariaDB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21424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internal network only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8346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Hardening: no-new-privileges, read-only nginx + minimal caps, sensitive-path denies, login rate limiting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Secrets: random per environment, persisted off the CI-wiped checkout (/opt/kimai/devsecops-deploy)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CSP in Report-Only mode - deliberate trade-off for inline frontend assets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6583680" cy="201168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94360" y="43434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Deployment finished + browser login at https://localhost:8443]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Post-Deployment Validation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automated checks gate every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4/4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7607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smoke test PASS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22/22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45643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config audit PASS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ZAP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33679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baseline PASS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21715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HIGH/CRITICAL in lockfiles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smoke: HTTPS 200, content marker, HTTP-&gt;HTTPS 301, API 401 unauthenticated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audit: HSTS, cookie flags incl. Secure, TLS 1.0/1.1 rejected, TRACE 405, sensitive paths blocked, no debug leakage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OWASP ZAP baseline passive DAST - FAIL alerts gate the build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583680" cy="150876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489204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smoke-test + security-audit PASS output]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Bug Report &amp; Responsible Disclosure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private advisory - PoC - triage - regression-tested fix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6949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</a:rPr>
              <a:t>GHSA-pvc4-crg3-gj44 (triaged)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Missing authorization on project view export - any ROLE_USER could download the project overview XLSX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Root cause: method-level guards instead of class-level (only reporting controller structured that way)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Fix: both IsGranted attributes moved to class level + 4 regression tests (verified failing without the fix)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26680" y="137160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81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Lesson learned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92024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A33"/>
                </a:solidFill>
              </a:rPr>
              <a:t>GHSA-pjrx-mwv9-j9vf: first declined as 'documented behavior' - then patched upstream exactly as proposed (kimai/kimai PR #6089, merged Aug 2026). A well-argued report lands even when the first answer is 'by design'.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343400"/>
            <a:ext cx="6949440" cy="201168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3434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advisory thread (redacted) + fix PR with green checks]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Developer Notification, Collaboration &amp; Reuse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built so the maintainers can adopt it unchanged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341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Notification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failure or finding -&gt; notify job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search open 'devsecops' issues first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comment on existing issue (de-dupe)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otherwise create labeled issue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optional Slack/Discord webhook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A7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Reuse story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9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SAST identical to upstream linting.yaml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same MariaDB service + test bootstrap as testing.yaml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deployment uses the repository Dockerfile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regression tests inside existing test classes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tests run via the project's composer scripts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6583680" cy="228600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06908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notification issue + maintainer/reuse evidence (redacted)]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Maintenance, Lessons Learned &amp; 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132588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00200"/>
            <a:ext cx="10607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Gating security rules need ~zero false positives - one Semgrep false positive triaged and annotated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Gating vs audit: Trivy misconfig must inform, not hard-fail (upstream Dockerfile findings)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Pipelines are hardened against their real environment - six runner failure classes found via live logs and fixed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A well-argued report lands even after a 'by design' answer (GHSA-pjrx patched upstream)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Reuse beats novelty: upstream conventions made every review conversation easy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100%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5039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on-premise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32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5643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WSTG tests green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8932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22/22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06247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hardening checks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E2B25"/>
                </a:solidFill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6851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triaged bug + fix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Future: enforcing CSP, authenticated ZAP scans, SAML/LDAP coverage, promote audit scanners to gating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Cybersecurity Testing &amp; DevSecOps Integration</dc:title>
  <dc:subject>PptxGenJS Presentation</dc:subject>
  <dc:creator>DevSecOps Project</dc:creator>
  <cp:lastModifiedBy>DevSecOps Project</cp:lastModifiedBy>
  <cp:revision>1</cp:revision>
  <dcterms:created xsi:type="dcterms:W3CDTF">2026-08-02T23:46:59Z</dcterms:created>
  <dcterms:modified xsi:type="dcterms:W3CDTF">2026-08-02T23:46:59Z</dcterms:modified>
</cp:coreProperties>
</file>